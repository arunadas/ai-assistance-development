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Wonderful World of Cats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BEAFE"/>
                </a:solidFill>
                <a:latin typeface="Calibri"/>
              </a:defRPr>
            </a:pPr>
            <a:r>
              <a:t>Why cats have captivated humans for millennia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3840480"/>
            <a:ext cx="2743200" cy="2743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200"/>
            </a:pPr>
            <a:r>
              <a:t>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Calibri"/>
              </a:defRPr>
            </a:pPr>
            <a:r>
              <a:t>Why Cats?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🏠  Over 600 million domestic cats worldwide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📜  Domesticated ~10,000 years ago in the Near East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❤️  Most popular pet in the world by count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🧠  Cats reduce stress and lower blood pressure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🌐  Dominate internet culture and social media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Calibri"/>
              </a:defRPr>
            </a:pPr>
            <a:r>
              <a:t>Popular Cat Breeds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Calibri"/>
              </a:defRPr>
            </a:pPr>
            <a:r>
              <a:t>Persian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Calm &amp; affectionate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Long, luxurious coat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1031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Calibri"/>
              </a:defRPr>
            </a:pPr>
            <a:r>
              <a:t>Siamese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0175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Vocal &amp;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6576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Striking blue eyes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Calibri"/>
              </a:defRPr>
            </a:pPr>
            <a:r>
              <a:t>Maine Coon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Gentle giants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6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Largest domestic breed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Calibri"/>
              </a:defRPr>
            </a:pPr>
            <a:r>
              <a:t>Understanding Cat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🐾  Purring signals comfort and self-healing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👀  Slow blinks are a sign of trust and love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📦  Boxes provide security and warmth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🌙  Cats are crepuscular — most active at dawn/dusk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🎯  Hunting instincts drive play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Calibri"/>
              </a:defRPr>
            </a:pPr>
            <a:r>
              <a:t>Cats 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563EB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75569"/>
                </a:solidFill>
                <a:latin typeface="Calibri"/>
              </a:defRPr>
            </a:pPr>
            <a:r>
              <a:t>of their lives sleeping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28600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563EB"/>
                </a:solidFill>
                <a:latin typeface="Calibri"/>
              </a:defRPr>
            </a:pPr>
            <a:r>
              <a:t>30 mph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657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75569"/>
                </a:solidFill>
                <a:latin typeface="Calibri"/>
              </a:defRPr>
            </a:pPr>
            <a:r>
              <a:t>top running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563EB"/>
                </a:solidFill>
                <a:latin typeface="Calibri"/>
              </a:defRPr>
            </a:pPr>
            <a:r>
              <a:t>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75569"/>
                </a:solidFill>
                <a:latin typeface="Calibri"/>
              </a:defRPr>
            </a:pPr>
            <a:r>
              <a:t>bones in their body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Calibri"/>
              </a:defRPr>
            </a:pPr>
            <a:r>
              <a:t>How to Be a Great Cat Owner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🍽️  Provide high-quality nutrition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🏥  Schedule regular vet checkups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🧶  Engage in daily interactive play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🪴  Create vertical spaces for climbing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  <a:latin typeface="Calibri"/>
              </a:defRPr>
            </a:pPr>
            <a:r>
              <a:t>💧  Always keep fresh water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Every cat is purrfect.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BEAFE"/>
                </a:solidFill>
                <a:latin typeface="Calibri"/>
              </a:defRPr>
            </a:pPr>
            <a:r>
              <a:t>Adopt, don't shop.  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